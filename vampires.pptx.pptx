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10/19/2016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10/19/2016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10/19/2016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10/19/2016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10/19/2016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376" y="769743"/>
            <a:ext cx="10353761" cy="1326321"/>
          </a:xfrm>
        </p:spPr>
        <p:txBody>
          <a:bodyPr/>
          <a:lstStyle/>
          <a:p>
            <a:r>
              <a:rPr lang="en-IN" dirty="0"/>
              <a:t>vampires     </a:t>
            </a:r>
          </a:p>
        </p:txBody>
      </p:sp>
      <p:pic>
        <p:nvPicPr>
          <p:cNvPr id="2052" name="Picture 4" descr="vampires &#10;REAL OR FAKE ? &#10;NAME : &#10;ID: &#10; 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889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5676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076" name="Picture 4" descr="What is vampire ? &#10;In European folklore vampire &#10;means a corpse supposed to &#10;leave its grave at night to drink &#10;the blood 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644" y="0"/>
            <a:ext cx="10499911" cy="6694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0025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098" name="Picture 2" descr="vampires History &#10;• The word “vampire” originated in &#10;mid 18th century which is a French &#10;word, it came from Hungarian &#10;wo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8" y="0"/>
            <a:ext cx="12055289" cy="6762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8622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 descr="Continued… &#10;• Few people anticipated vampire as real &amp; &#10;thought vampire is a supernatural curse. &#10;• Vampires drink blood t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2" y="0"/>
            <a:ext cx="1211297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5382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6" name="Picture 2" descr="Habitat &#10;Historians say vampires live &#10;in Eastern Europe as shallow &#10;graves in the country's residents, &#10;Perhaps the best 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775687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0668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170" name="Picture 2" descr="Vampires &#10;Real or Fake ? &#10;From my perspective I don’t believe that &#10;there is such a thing called “vampire”. Many &#10;believes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10223" cy="6779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8518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8194" name="Picture 2" descr="Why…. ? &#10;• Vampire feeds on peoples blood . &#10;• They are immortal &amp; they posses eternal &#10;youth. &#10;• Scientists haven’t found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0915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218" name="Picture 2" descr="Continued….. &#10;• Mathematically existence of vampire is &#10;impossible. &#10;• A person physically unable to process &#10;his own food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076771" cy="6724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0921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6458" y="564995"/>
            <a:ext cx="10353761" cy="1326321"/>
          </a:xfrm>
        </p:spPr>
        <p:txBody>
          <a:bodyPr/>
          <a:lstStyle/>
          <a:p>
            <a:endParaRPr lang="en-IN"/>
          </a:p>
        </p:txBody>
      </p:sp>
      <p:pic>
        <p:nvPicPr>
          <p:cNvPr id="10242" name="Picture 2" descr=" 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3" y="89210"/>
            <a:ext cx="12043317" cy="6668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35683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31</TotalTime>
  <Words>1</Words>
  <Application>Microsoft Office PowerPoint</Application>
  <PresentationFormat>Widescreen</PresentationFormat>
  <Paragraphs>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Damask</vt:lpstr>
      <vt:lpstr>vampires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vampires     </dc:title>
  <dc:creator>bode yamini</dc:creator>
  <cp:lastModifiedBy>bode yamini</cp:lastModifiedBy>
  <cp:revision>12</cp:revision>
  <dcterms:created xsi:type="dcterms:W3CDTF">2016-08-12T15:13:35Z</dcterms:created>
  <dcterms:modified xsi:type="dcterms:W3CDTF">2016-10-19T03:12:02Z</dcterms:modified>
</cp:coreProperties>
</file>